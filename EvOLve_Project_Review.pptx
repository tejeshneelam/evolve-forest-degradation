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97BC6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B.TECH CAPSTONE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EvOLve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Evolutionary-Optimized Adaptive Self-Supervised Framework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Forest Degradation Detection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Optimization  ·  Learning  ·  Adaptive Systems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411480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29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EvOLve  ·  Naga Naren Tejesh Neelam &amp; Team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Amrita School of Computing, Coimbatore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forests the way they actually change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regulate climate, protect biodiversity, and sustain millions of livelihoods across India.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834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relies on field surveys and reports like ISFR, published only once every two years.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886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remote sensing (Sentinel-2) offers frequent, free, large-area coverage — an opportunity AI can exploit.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937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AI system that watches forest health continuously and flags degradation early.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Degradation is the warning sign we keep missing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waiting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(thinning, selective logging, disease) precedes outright deforestation — but it's gradual and easy to miss.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biennial reports catch it, the damage has often compounded for months or years.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AI tools fall short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large labeled datasets that simply don't exist for most Indian forest regions.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use fixed, manually-tuned alert thresholds that break down across seasons and geography.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recent, relevant research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Self-Supervised Forest Disturbance Detection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fusing Sentinel-1/2 time series; self-supervision compensates for label scarcity.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Spatial Science, 2025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9659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Semi-Supervised Deforestation Detection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48716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residual U-Net segmentation combined with semi-supervised change detection.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3474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Computer Science, 2024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9659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Forest Change Monitoring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0" y="248716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gradual degradation is harder to detect than abrupt clearing, and rarely monitored continuously.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0" y="3474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of Env., 2021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60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Algorithm CNN Tuning (EGACNN)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68172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GA-based hyperparameter tuning reduces manual effort and improves classification accuracy.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6692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Reports, 2025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160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GA/PSO for Remote Sensing Fusion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0" y="468172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improved from 85.4% to over 92% after GA/PSO tuning, with faster convergence.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56692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arXiv, 2024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160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Concept-Drift-Adaptive Anomaly Detection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0" y="468172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evolving thresholds outperform static ones as underlying data distributions shift.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0" y="56692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Engineering, 2024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existing system solves both problems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 (EvOLve)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8775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large labeled datasets to train reliably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5146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58775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 learns from unlabeled data; needs only a small labeled 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20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fixed, manually-set degradation thresholds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447288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520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evolves thresholds automatically as new data arrives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79976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5312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Re-tuned manually when accuracy drifts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379976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45312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adapts to seasonal and regional variation, no manual retraining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12664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38581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combine label-efficiency with adaptability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5312664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538581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in a single evolutionary optimization + learning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97BC62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241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AI-based forest monitoring systems either require extensive labeled training data, or rely on fixed, manually-tuned degradation thresholds that fail to generalize across seasons and geography. A system that learns from largely unlabeled satellite data and continuously adapts its own detection parameters — without manual retraining — does not yet exist.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5120640"/>
            <a:ext cx="2743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objectives, one connected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multi-temporal Sentinel-2 (+ SAR) data pipeline with cloud/shadow masking and quality gating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12280" y="18288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self-supervised encoder that learns normal forest patterns from unlabeled time series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429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degradation classifier on a small labeled set; benchmark against a supervised-only baseline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520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3429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Genetic Algorithm module to optimize model hyperparameters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50292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GA into an adaptive, self-evolving alert threshold across time and region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51206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50292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web-based GIS dashboard visualizing health, hotspots, alerts, and system adaptation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architecture, layer by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128016" cy="9144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0" y="19659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via Google Earth Engine, cloud/shadow masked, NDVI/EVI, tiled patches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71800"/>
            <a:ext cx="128016" cy="91440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 + fine-tuned classifier (PyTorch)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069080"/>
            <a:ext cx="128016" cy="9144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60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tunes hyperparameters and evolves alert thresholds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166360"/>
            <a:ext cx="128016" cy="91440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57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5257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React + Leaflet dashboard, PDF report export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EvOLve maps onto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2402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94310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Evolutionary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tunes model hyperparameters and evolves degradation-alert thresholds over 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C5F2D"/>
          </a:solidFill>
          <a:ln/>
        </p:spPr>
      </p:sp>
      <p:sp>
        <p:nvSpPr>
          <p:cNvPr id="10" name="Shape 8"/>
          <p:cNvSpPr/>
          <p:nvPr/>
        </p:nvSpPr>
        <p:spPr>
          <a:xfrm>
            <a:off x="5737860" y="224028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573786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32461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41605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encoder learns seasonal forest patterns from unlabeled Sentinel time series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9532620" y="22402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953262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2461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recalibrates its own thresholds as new monthly data streams in — no manual retraining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OF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1 — Foundation &amp; Core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M1-M2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1920240"/>
            <a:ext cx="928116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192024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finalization, pilot region selection, full data pipeline with quality gating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M3-M4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2971800"/>
            <a:ext cx="928116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297180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 + fine-tuned baseline classifier; Panel Review 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233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48840" y="4023360"/>
            <a:ext cx="928116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402336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module — hyperparameter optimization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48840" y="5074920"/>
            <a:ext cx="928116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507492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 evolution (core EvOLve contribution); Panel Review 2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OF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2 — Application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M7-M8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1920240"/>
            <a:ext cx="928116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192024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+ React/Leaflet dashboard build; change detection and hotspot mapping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2971800"/>
            <a:ext cx="928116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297180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integration: model → API → dashboard, alerts, Adaptation Log; Panel Review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233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48840" y="4023360"/>
            <a:ext cx="928116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402336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ISFR/FSI data; static vs. adaptive threshold comparison study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M11-M12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48840" y="5074920"/>
            <a:ext cx="928116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507492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deployment, final report, demo, and final presentation; Panel Review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97BC62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743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EvOLve  ·  Amrita School of Computing, Coimbatore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2026-07-23T09:39:57Z</dcterms:created>
  <dcterms:modified xsi:type="dcterms:W3CDTF">2026-07-23T09:39:57Z</dcterms:modified>
</cp:coreProperties>
</file>